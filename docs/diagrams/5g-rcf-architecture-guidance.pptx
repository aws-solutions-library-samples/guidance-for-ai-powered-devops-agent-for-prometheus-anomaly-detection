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Guidance for 5G Network Anomaly Detection and Automated Root Cause Analysis on AWS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2976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 Service for Prometheus applies Random Cut Forest anomaly detection to a live 5G core, then runs an automated root-cause-analysis pipeline that identifies the failing network function and hands the incident to the AWS DevOps Agent.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74320" y="713232"/>
            <a:ext cx="116128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777240"/>
            <a:ext cx="3977640" cy="5669280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8961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04504" y="8686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**Amazon Elastic Kubernetes Service (Amazon EKS)** hosts the open5gs 5G core (AMF, SMF, UPF) and the UERANSIM radio access network (100 gNodeBs, 1,000 UEs), which emit registration and session metrics.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75320" y="15057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04504" y="14782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Prometheus agent scrapes the metrics and remote-writes them to **Amazon Managed Service for Prometheus** using SigV4 signing and IAM Roles for Service Accounts.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75320" y="21153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04504" y="20878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**Amazon Managed Service for Prometheus** runs a Random Cut Forest (RCF) anomaly detector on the aggregate registered-subscriber count, emitting an anomaly score every 30 seconds.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75320" y="27249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04504" y="26974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score crosses the threshold, the alerting rule fires and Alertmanager publishes to an **Amazon Simple Notification Service (Amazon SNS)** topic.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75320" y="33345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04504" y="33070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**Amazon SNS** invokes the root-cause-analysis **AWS Lambda** function.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75320" y="39441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04504" y="39166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**AWS Lambda** function queries **Amazon Managed Service for Prometheus** for per-network-function registration and pod restarts to pinpoint the failed function.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75320" y="45537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604504" y="45262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retrieves the DevOps Agent webhook URL and token from **AWS Secrets Manager**.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75320" y="51633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04504" y="51358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posts an incident to the **AWS DevOps Agent** for autonomous investigation; the agent can also query metrics on demand through a Model Context Protocol server on **Amazon API Gateway**, secured by **Amazon Cognito**.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75320" y="5772912"/>
            <a:ext cx="237744" cy="237744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04504" y="5745480"/>
            <a:ext cx="3447288" cy="582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run the guided demo and interactive analysis from an **Amazon SageMaker** notebook.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777240"/>
            <a:ext cx="7726680" cy="566928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232F3E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79552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1051560"/>
            <a:ext cx="7406640" cy="5303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0972D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548640" y="106984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97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(us-east-1)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" y="1371600"/>
            <a:ext cx="2788920" cy="2697480"/>
          </a:xfrm>
          <a:prstGeom prst="rect">
            <a:avLst/>
          </a:prstGeom>
          <a:solidFill>
            <a:srgbClr val="DCEBFA">
              <a:alpha val="35000"/>
            </a:srgbClr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1399032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EKS  ·  open5gs-amp-cluster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77240" y="1645920"/>
            <a:ext cx="2514600" cy="502920"/>
          </a:xfrm>
          <a:prstGeom prst="rect">
            <a:avLst/>
          </a:prstGeom>
          <a:solidFill>
            <a:srgbClr val="FFE9CC"/>
          </a:solidFill>
          <a:ln w="1270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UERANSIM RAN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gNodeBs · 1,000 UEs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7240" y="2240280"/>
            <a:ext cx="2514600" cy="777240"/>
          </a:xfrm>
          <a:prstGeom prst="rect">
            <a:avLst/>
          </a:prstGeom>
          <a:solidFill>
            <a:srgbClr val="FFE9CC"/>
          </a:solidFill>
          <a:ln w="1270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open5gs 5G Core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AMF · SMF · 4x UPF · NRF/UDM/PCF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77240" y="3108960"/>
            <a:ext cx="2514600" cy="77724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agent (ADOT)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 + remote_write (SigV4)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2064" y="155448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794760" y="1463040"/>
            <a:ext cx="2148840" cy="822960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Managed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for Prometheus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794760" y="2377440"/>
            <a:ext cx="2148840" cy="566928"/>
          </a:xfrm>
          <a:prstGeom prst="rect">
            <a:avLst/>
          </a:prstGeom>
          <a:solidFill>
            <a:srgbClr val="DCEEDC"/>
          </a:solidFill>
          <a:ln w="12700">
            <a:solidFill>
              <a:srgbClr val="1B8B1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RCF anomaly detector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&gt; 0.1 · 30s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566160" y="151790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0" y="243230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263640" y="1463040"/>
            <a:ext cx="1600200" cy="822960"/>
          </a:xfrm>
          <a:prstGeom prst="rect">
            <a:avLst/>
          </a:prstGeom>
          <a:solidFill>
            <a:srgbClr val="ECE3FB"/>
          </a:solidFill>
          <a:ln w="1270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SNS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RCA trigger topic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089904" y="151790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263640" y="2743200"/>
            <a:ext cx="1600200" cy="822960"/>
          </a:xfrm>
          <a:prstGeom prst="rect">
            <a:avLst/>
          </a:prstGeom>
          <a:solidFill>
            <a:srgbClr val="FFE9CC"/>
          </a:solidFill>
          <a:ln w="1270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analysis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089904" y="279806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943600" y="265176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94760" y="3246120"/>
            <a:ext cx="1783080" cy="731520"/>
          </a:xfrm>
          <a:prstGeom prst="rect">
            <a:avLst/>
          </a:prstGeom>
          <a:solidFill>
            <a:srgbClr val="FBE2DC"/>
          </a:solidFill>
          <a:ln w="12700">
            <a:solidFill>
              <a:srgbClr val="D1321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webhook url + token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394960" y="3200400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263640" y="4069080"/>
            <a:ext cx="1600200" cy="822960"/>
          </a:xfrm>
          <a:prstGeom prst="rect">
            <a:avLst/>
          </a:prstGeom>
          <a:solidFill>
            <a:srgbClr val="ECE3FB"/>
          </a:solidFill>
          <a:ln w="1270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DevOps Agent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investigation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089904" y="412394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40080" y="4663440"/>
            <a:ext cx="2377440" cy="822960"/>
          </a:xfrm>
          <a:prstGeom prst="rect">
            <a:avLst/>
          </a:prstGeom>
          <a:solidFill>
            <a:srgbClr val="DCEBFA"/>
          </a:solidFill>
          <a:ln w="12700">
            <a:solidFill>
              <a:srgbClr val="0972D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SageMaker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notebook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12064" y="4718304"/>
            <a:ext cx="219456" cy="219456"/>
          </a:xfrm>
          <a:prstGeom prst="ellipse">
            <a:avLst/>
          </a:prstGeom>
          <a:solidFill>
            <a:srgbClr val="FF99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937760" y="5074920"/>
            <a:ext cx="2926080" cy="1188720"/>
          </a:xfrm>
          <a:prstGeom prst="rect">
            <a:avLst/>
          </a:prstGeom>
          <a:solidFill>
            <a:srgbClr val="ECE3FB">
              <a:alpha val="4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10912" y="5102352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MCP server (on-demand query)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29200" y="5349240"/>
            <a:ext cx="868680" cy="777240"/>
          </a:xfrm>
          <a:prstGeom prst="rect">
            <a:avLst/>
          </a:prstGeom>
          <a:solidFill>
            <a:srgbClr val="ECE3FB"/>
          </a:solidFill>
          <a:ln w="1270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Cognito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989320" y="5349240"/>
            <a:ext cx="914400" cy="777240"/>
          </a:xfrm>
          <a:prstGeom prst="rect">
            <a:avLst/>
          </a:prstGeom>
          <a:solidFill>
            <a:srgbClr val="ECE3FB"/>
          </a:solidFill>
          <a:ln w="12700">
            <a:solidFill>
              <a:srgbClr val="7C3AE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995160" y="5349240"/>
            <a:ext cx="777240" cy="777240"/>
          </a:xfrm>
          <a:prstGeom prst="rect">
            <a:avLst/>
          </a:prstGeom>
          <a:solidFill>
            <a:srgbClr val="FFE9CC"/>
          </a:solidFill>
          <a:ln w="12700">
            <a:solidFill>
              <a:srgbClr val="FF990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429000" y="1874520"/>
            <a:ext cx="36576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943600" y="1874520"/>
            <a:ext cx="320040" cy="0"/>
          </a:xfrm>
          <a:prstGeom prst="line">
            <a:avLst/>
          </a:prstGeom>
          <a:noFill/>
          <a:ln w="15875">
            <a:solidFill>
              <a:srgbClr val="1B8B1B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059168" y="2286000"/>
            <a:ext cx="0" cy="45720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943600" y="2880360"/>
            <a:ext cx="320040" cy="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headEnd type="triangle"/>
          </a:ln>
        </p:spPr>
      </p:sp>
      <p:sp>
        <p:nvSpPr>
          <p:cNvPr id="58" name="Shape 56"/>
          <p:cNvSpPr/>
          <p:nvPr/>
        </p:nvSpPr>
        <p:spPr>
          <a:xfrm>
            <a:off x="5577840" y="3429000"/>
            <a:ext cx="685800" cy="0"/>
          </a:xfrm>
          <a:prstGeom prst="line">
            <a:avLst/>
          </a:prstGeom>
          <a:noFill/>
          <a:ln w="15875">
            <a:solidFill>
              <a:srgbClr val="D13212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059168" y="3566160"/>
            <a:ext cx="0" cy="50292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7059168" y="4892040"/>
            <a:ext cx="0" cy="182880"/>
          </a:xfrm>
          <a:prstGeom prst="line">
            <a:avLst/>
          </a:prstGeom>
          <a:noFill/>
          <a:ln w="15875">
            <a:solidFill>
              <a:srgbClr val="7C3AED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5760720" y="2944368"/>
            <a:ext cx="0" cy="2130552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headEnd type="triangle"/>
          </a:ln>
        </p:spPr>
      </p:sp>
      <p:sp>
        <p:nvSpPr>
          <p:cNvPr id="62" name="Shape 60"/>
          <p:cNvSpPr/>
          <p:nvPr/>
        </p:nvSpPr>
        <p:spPr>
          <a:xfrm>
            <a:off x="3017520" y="5029200"/>
            <a:ext cx="548640" cy="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566160" y="1874520"/>
            <a:ext cx="0" cy="315468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566160" y="1874520"/>
            <a:ext cx="228600" cy="0"/>
          </a:xfrm>
          <a:prstGeom prst="line">
            <a:avLst/>
          </a:prstGeom>
          <a:noFill/>
          <a:ln w="15875">
            <a:solidFill>
              <a:srgbClr val="0972D3"/>
            </a:solidFill>
            <a:prstDash val="solid"/>
            <a:tailEnd type="triangle"/>
          </a:ln>
        </p:spPr>
      </p:sp>
      <p:sp>
        <p:nvSpPr>
          <p:cNvPr id="65" name="Text 63"/>
          <p:cNvSpPr/>
          <p:nvPr/>
        </p:nvSpPr>
        <p:spPr>
          <a:xfrm>
            <a:off x="274320" y="6400800"/>
            <a:ext cx="76809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boxes represent AWS service icons — replace with official AWS Architecture Icons before publishing.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274320" y="658368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2026, Amazon Web Services, Inc. or its affiliates. All rights reserved.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2026-08-03T10:30:34Z</dcterms:created>
  <dcterms:modified xsi:type="dcterms:W3CDTF">2026-08-03T10:30:34Z</dcterms:modified>
</cp:coreProperties>
</file>