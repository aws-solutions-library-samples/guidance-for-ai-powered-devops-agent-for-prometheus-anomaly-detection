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45720"/>
            <a:ext cx="8641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" y="731520"/>
            <a:ext cx="8641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architecture diagram shows how Amazon Managed Service for Prometheus detects 5G core anomalies and automatically triggers the AWS DevOps Agent to investigate and identify the failing network function.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79408" y="0"/>
            <a:ext cx="3218688" cy="6858000"/>
          </a:xfrm>
          <a:prstGeom prst="rect">
            <a:avLst/>
          </a:prstGeom>
          <a:solidFill>
            <a:srgbClr val="EAEDED"/>
          </a:solidFill>
          <a:ln w="12700">
            <a:solidFill>
              <a:srgbClr val="EAED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0" y="1645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00032" y="146304"/>
            <a:ext cx="27066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Elastic Kubernetes Service (Amazon EKS)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hosts the open5gs 5G core and the UERANSIM radio access network (100 gNodeBs, 1,000 user equipment), which emit registration and session metrics.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052560" y="1199170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400032" y="1180882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SigV4 signing and IAM Roles for Service Accounts.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052560" y="2087445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400032" y="2069157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runs a Random Cut Forest (RCF) anomaly detector on the registered-subscriber count, emitting an anomaly score every 30 seconds.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52560" y="2975719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400032" y="2957431"/>
            <a:ext cx="270662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Alertmanager publishes to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Simple Notification Service (Amazon SNS)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052560" y="3717689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400032" y="3699401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invokes the forwarder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52560" y="4313355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400032" y="4295067"/>
            <a:ext cx="270662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the DevOps Agent webhook URL and token from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posts the incident. It does not investigate.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52560" y="505532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00032" y="5037038"/>
            <a:ext cx="27066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posts the incident to the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investigates autonomously: it queries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through a Model Context Protocol server on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 Gateway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secured by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52560" y="623620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400032" y="6217920"/>
            <a:ext cx="270662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540496" cy="5074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1335024"/>
            <a:ext cx="8083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" y="1645920"/>
            <a:ext cx="8247888" cy="4590288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00A4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38912" y="1682496"/>
            <a:ext cx="7790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" y="1993392"/>
            <a:ext cx="2761488" cy="2788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27" name="Image 0" descr="/Users/mdsherif/Library/CloudStorage/WorkDocsDrive-Documents/MyMac/06Tools/24-ai-devops-amp/docs/diagrams/icons/AmazonElasticKubernetes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2029968"/>
            <a:ext cx="292608" cy="2926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59536" y="2029968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· open5gs-amp-cluster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85216" y="2395728"/>
            <a:ext cx="254203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 — 100 gNodeBs · 1,000 UEs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85216" y="2907792"/>
            <a:ext cx="25420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216" y="3621024"/>
            <a:ext cx="2542032" cy="566928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65176" y="181051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pic>
        <p:nvPicPr>
          <p:cNvPr id="33" name="Image 1" descr="/Users/mdsherif/Library/CloudStorage/WorkDocsDrive-Documents/MyMac/06Tools/24-ai-devops-amp/docs/diagrams/icons/AmazonManagedServiceforPromethe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2103120"/>
            <a:ext cx="548640" cy="54864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3200400" y="267004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3611880" y="3218688"/>
            <a:ext cx="1783080" cy="530352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 0.1 · every 30s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367588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4791456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pic>
        <p:nvPicPr>
          <p:cNvPr id="38" name="Image 2" descr="/Users/mdsherif/Library/CloudStorage/WorkDocsDrive-Documents/MyMac/06Tools/24-ai-devops-amp/docs/diagrams/icons/AmazonSimpleNotificationServ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03120"/>
            <a:ext cx="548640" cy="54864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263640" y="26700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trigger topic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655624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pic>
        <p:nvPicPr>
          <p:cNvPr id="41" name="Image 3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3657600"/>
            <a:ext cx="548640" cy="54864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6492240" y="422452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forwarder</a:t>
            </a:r>
            <a:endParaRPr lang="en-US" sz="900" dirty="0"/>
          </a:p>
        </p:txBody>
      </p:sp>
      <p:sp>
        <p:nvSpPr>
          <p:cNvPr id="43" name="Text 37"/>
          <p:cNvSpPr/>
          <p:nvPr/>
        </p:nvSpPr>
        <p:spPr>
          <a:xfrm>
            <a:off x="6556248" y="360273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pic>
        <p:nvPicPr>
          <p:cNvPr id="44" name="Image 4" descr="/Users/mdsherif/Library/CloudStorage/WorkDocsDrive-Documents/MyMac/06Tools/24-ai-devops-amp/docs/diagrams/icons/AWSSecretsMana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3931920"/>
            <a:ext cx="548640" cy="54864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074920" y="449884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URL + token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5138928" y="3877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pic>
        <p:nvPicPr>
          <p:cNvPr id="47" name="Image 5" descr="/Users/mdsherif/Library/CloudStorage/WorkDocsDrive-Documents/MyMac/06Tools/24-ai-devops-amp/docs/diagrams/icons/AWSDevOps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5074920"/>
            <a:ext cx="548640" cy="54864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6515100" y="5641848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6556248" y="5020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pic>
        <p:nvPicPr>
          <p:cNvPr id="50" name="Image 6" descr="/Users/mdsherif/Library/CloudStorage/WorkDocsDrive-Documents/MyMac/06Tools/24-ai-devops-amp/docs/diagrams/icons/AmazonSageMak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5074920"/>
            <a:ext cx="548640" cy="54864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502920" y="56418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notebook</a:t>
            </a:r>
            <a:endParaRPr lang="en-US" sz="900" dirty="0"/>
          </a:p>
        </p:txBody>
      </p:sp>
      <p:sp>
        <p:nvSpPr>
          <p:cNvPr id="52" name="Text 43"/>
          <p:cNvSpPr/>
          <p:nvPr/>
        </p:nvSpPr>
        <p:spPr>
          <a:xfrm>
            <a:off x="786384" y="510235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3291840" y="4892040"/>
            <a:ext cx="301752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3291840" y="49194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— on-demand metric queries</a:t>
            </a:r>
            <a:endParaRPr lang="en-US" sz="900" dirty="0"/>
          </a:p>
        </p:txBody>
      </p:sp>
      <p:pic>
        <p:nvPicPr>
          <p:cNvPr id="55" name="Image 7" descr="/Users/mdsherif/Library/CloudStorage/WorkDocsDrive-Documents/MyMac/06Tools/24-ai-devops-amp/docs/diagrams/icons/AmazonCognit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11880" y="5138928"/>
            <a:ext cx="548640" cy="548640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3383280" y="570585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M2M OAuth2</a:t>
            </a:r>
            <a:endParaRPr lang="en-US" sz="900" dirty="0"/>
          </a:p>
        </p:txBody>
      </p:sp>
      <p:pic>
        <p:nvPicPr>
          <p:cNvPr id="57" name="Image 8" descr="/Users/mdsherif/Library/CloudStorage/WorkDocsDrive-Documents/MyMac/06Tools/24-ai-devops-amp/docs/diagrams/icons/AmazonAPIGatewa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7720" y="5138928"/>
            <a:ext cx="548640" cy="548640"/>
          </a:xfrm>
          <a:prstGeom prst="rect">
            <a:avLst/>
          </a:prstGeom>
        </p:spPr>
      </p:pic>
      <p:sp>
        <p:nvSpPr>
          <p:cNvPr id="58" name="Text 47"/>
          <p:cNvSpPr/>
          <p:nvPr/>
        </p:nvSpPr>
        <p:spPr>
          <a:xfrm>
            <a:off x="4411980" y="5705856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900" dirty="0"/>
          </a:p>
        </p:txBody>
      </p:sp>
      <p:pic>
        <p:nvPicPr>
          <p:cNvPr id="59" name="Image 9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5138928"/>
            <a:ext cx="548640" cy="54864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5440680" y="570585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3236976" y="2377440"/>
            <a:ext cx="71323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2" name="Shape 50"/>
          <p:cNvSpPr/>
          <p:nvPr/>
        </p:nvSpPr>
        <p:spPr>
          <a:xfrm>
            <a:off x="5394960" y="2377440"/>
            <a:ext cx="123444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3" name="Shape 51"/>
          <p:cNvSpPr/>
          <p:nvPr/>
        </p:nvSpPr>
        <p:spPr>
          <a:xfrm>
            <a:off x="7178040" y="3054096"/>
            <a:ext cx="0" cy="60350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4" name="Shape 52"/>
          <p:cNvSpPr/>
          <p:nvPr/>
        </p:nvSpPr>
        <p:spPr>
          <a:xfrm>
            <a:off x="6035040" y="4206240"/>
            <a:ext cx="75895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5" name="Shape 53"/>
          <p:cNvSpPr/>
          <p:nvPr/>
        </p:nvSpPr>
        <p:spPr>
          <a:xfrm>
            <a:off x="7178040" y="4608576"/>
            <a:ext cx="0" cy="46634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6" name="Shape 54"/>
          <p:cNvSpPr/>
          <p:nvPr/>
        </p:nvSpPr>
        <p:spPr>
          <a:xfrm>
            <a:off x="6309360" y="5440680"/>
            <a:ext cx="54864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arrow"/>
          </a:ln>
        </p:spPr>
      </p:sp>
      <p:sp>
        <p:nvSpPr>
          <p:cNvPr id="67" name="Text 55"/>
          <p:cNvSpPr/>
          <p:nvPr/>
        </p:nvSpPr>
        <p:spPr>
          <a:xfrm>
            <a:off x="109728" y="6620256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900" dirty="0"/>
          </a:p>
        </p:txBody>
      </p:sp>
      <p:cxnSp>
        <p:nvCxnSpPr>
          <p:cNvPr id="68" name="Separator"/>
          <p:cNvCxnSpPr/>
          <p:nvPr/>
        </p:nvCxnSpPr>
        <p:spPr>
          <a:xfrm>
            <a:off x="109728" y="1188720"/>
            <a:ext cx="8778239" cy="0"/>
          </a:xfrm>
          <a:prstGeom prst="line">
            <a:avLst/>
          </a:prstGeom>
          <a:ln w="2540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2026-08-04T17:33:23Z</dcterms:created>
  <dcterms:modified xsi:type="dcterms:W3CDTF">2026-08-04T17:33:23Z</dcterms:modified>
</cp:coreProperties>
</file>