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7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9144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" y="768096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 applies Random Cut Forest anomaly detection to a live 5G core. When an anomaly fires, an AWS Lambda function forwards the alert to the AWS DevOps Agent, which autonomously investigates and identifies the failing network function.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UEs), which emit registration and session metrics.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052560" y="99212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97383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052560" y="181965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180136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052560" y="264718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628900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052560" y="347472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456432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052560" y="430225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8396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posts the incident (it does not investigate).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052560" y="512978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11149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runs the full autonomous investigation: it queries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(via a Model Context Protocol server on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inspects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pinpoint the failed network function.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52560" y="59573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593902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1325880"/>
            <a:ext cx="8174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40080" y="1673352"/>
            <a:ext cx="7882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2020824"/>
            <a:ext cx="23957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pic>
        <p:nvPicPr>
          <p:cNvPr id="28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020824"/>
            <a:ext cx="256032" cy="2560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85216" y="2359152"/>
            <a:ext cx="254203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gNodeBs · 1,000 UEs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5216" y="2889504"/>
            <a:ext cx="25420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65760" y="2103120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pic>
        <p:nvPicPr>
          <p:cNvPr id="33" name="Image 1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0292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pic>
        <p:nvPicPr>
          <p:cNvPr id="36" name="Image 2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338328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3611880" y="3218688"/>
            <a:ext cx="1783080" cy="45720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30s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Image 3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93192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3383280" y="4489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367588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3547872" y="5010912"/>
            <a:ext cx="2331720" cy="9601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3858768" y="5038344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(on-demand query)</a:t>
            </a:r>
            <a:endParaRPr lang="en-US" sz="900" dirty="0"/>
          </a:p>
        </p:txBody>
      </p:sp>
      <p:pic>
        <p:nvPicPr>
          <p:cNvPr id="46" name="Image 4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7328" y="5285232"/>
            <a:ext cx="548640" cy="54864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3127248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700" dirty="0"/>
          </a:p>
        </p:txBody>
      </p:sp>
      <p:pic>
        <p:nvPicPr>
          <p:cNvPr id="48" name="Image 5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5285232"/>
            <a:ext cx="548640" cy="54864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3840480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700" dirty="0"/>
          </a:p>
        </p:txBody>
      </p:sp>
      <p:pic>
        <p:nvPicPr>
          <p:cNvPr id="50" name="Image 6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3792" y="5285232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4553712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700" dirty="0"/>
          </a:p>
        </p:txBody>
      </p:sp>
      <p:pic>
        <p:nvPicPr>
          <p:cNvPr id="52" name="Image 7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626364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RCA trigger topic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pic>
        <p:nvPicPr>
          <p:cNvPr id="55" name="Image 8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6263640" y="421538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800" dirty="0"/>
          </a:p>
        </p:txBody>
      </p:sp>
      <p:sp>
        <p:nvSpPr>
          <p:cNvPr id="57" name="Text 46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pic>
        <p:nvPicPr>
          <p:cNvPr id="58" name="Image 9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626364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800" dirty="0"/>
          </a:p>
        </p:txBody>
      </p:sp>
      <p:sp>
        <p:nvSpPr>
          <p:cNvPr id="60" name="Text 48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1060704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120640" y="2377440"/>
            <a:ext cx="1508760" cy="0"/>
          </a:xfrm>
          <a:prstGeom prst="line">
            <a:avLst/>
          </a:prstGeom>
          <a:noFill/>
          <a:ln w="15875">
            <a:solidFill>
              <a:srgbClr val="545B64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2697480"/>
            <a:ext cx="0" cy="96012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4846320" y="4206240"/>
            <a:ext cx="178308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261104"/>
            <a:ext cx="0" cy="813816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5879592" y="5440680"/>
            <a:ext cx="1298448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2026-08-04T15:31:42Z</dcterms:created>
  <dcterms:modified xsi:type="dcterms:W3CDTF">2026-08-04T15:31:42Z</dcterms:modified>
</cp:coreProperties>
</file>