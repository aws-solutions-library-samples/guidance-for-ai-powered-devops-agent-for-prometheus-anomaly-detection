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Anomaly Detection Using RCF on AWS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infrastructure faults impacting 5G subscribers with Amazon Managed Prometheus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16128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1005840"/>
            <a:ext cx="3383280" cy="54864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0" y="1143000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69680" y="1143000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simulates 100 5G UEs across 4 gNodeBs connecting via NGAP to 2 AMFs partitioned by Tracking Area Code.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595360" y="1801368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869680" y="1801368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 (AMF, SMF, UPF) runs on Amazon EKS. AMF handles registration; SMF manages PDU sessions via PFCP to UPF.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595360" y="2459736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869680" y="2459736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kube-prometheus-stack scrapes /metrics from all NFs every 15s using fallback_scrape_protocol for open5gs compatibility.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595360" y="3118104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69680" y="3118104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remote_writes metrics to Amazon Managed Service for Prometheus using SigV4 authentication via IRSA.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595360" y="3776472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69680" y="3776472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 evaluates sum(registeredsubnbr) every 30s, learning baseline and publishing score/band metrics.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595360" y="4434840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869680" y="4434840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rule fires when anomaly_detector:score exceeds 0.1 with zero duration (onset detection).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595360" y="5093208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869680" y="5093208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 (Prometheus MCP) provides PromQL query access via Amazon API Gateway with Amazon Cognito OAuth2 authentication.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595360" y="5751576"/>
            <a:ext cx="228600" cy="22860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869680" y="5751576"/>
            <a:ext cx="2880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Agent or Amazon SageMaker notebook queries AMP to correlate subscriber drop with pod restarts for root cause analysis.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005840"/>
            <a:ext cx="8046720" cy="5486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32F3E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20040" y="102412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11480" y="1234440"/>
            <a:ext cx="7772400" cy="5120640"/>
          </a:xfrm>
          <a:prstGeom prst="rect">
            <a:avLst/>
          </a:prstGeom>
          <a:solidFill>
            <a:srgbClr val="FAFAFA"/>
          </a:solidFill>
          <a:ln w="12700">
            <a:solidFill>
              <a:srgbClr val="0972D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57200" y="125272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48640" y="1463040"/>
            <a:ext cx="5029200" cy="3474720"/>
          </a:xfrm>
          <a:prstGeom prst="rect">
            <a:avLst/>
          </a:prstGeom>
          <a:solidFill>
            <a:srgbClr val="FFF8F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1481328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0080" y="1691640"/>
            <a:ext cx="2194560" cy="1097280"/>
          </a:xfrm>
          <a:prstGeom prst="rect">
            <a:avLst/>
          </a:prstGeom>
          <a:solidFill>
            <a:srgbClr val="E8F4FD"/>
          </a:solidFill>
          <a:ln w="9525">
            <a:solidFill>
              <a:srgbClr val="0972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1709928"/>
            <a:ext cx="13716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(RAN)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731520" y="1920240"/>
            <a:ext cx="475488" cy="50292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gNB-1a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252728" y="1920240"/>
            <a:ext cx="475488" cy="50292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gNB-1b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73936" y="1920240"/>
            <a:ext cx="475488" cy="50292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gNB-2a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2295144" y="1920240"/>
            <a:ext cx="475488" cy="50292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gNB-2b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40080" y="246888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40080" y="2834640"/>
            <a:ext cx="4846320" cy="1920240"/>
          </a:xfrm>
          <a:prstGeom prst="rect">
            <a:avLst/>
          </a:prstGeom>
          <a:solidFill>
            <a:srgbClr val="FFF4E6"/>
          </a:solidFill>
          <a:ln w="9525">
            <a:solidFill>
              <a:srgbClr val="FF99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2852928"/>
            <a:ext cx="13716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31520" y="3063240"/>
            <a:ext cx="685800" cy="640080"/>
          </a:xfrm>
          <a:prstGeom prst="rect">
            <a:avLst/>
          </a:prstGeom>
          <a:solidFill>
            <a:srgbClr val="FFD699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AMF-1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TAC=1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UEs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1508760" y="3063240"/>
            <a:ext cx="685800" cy="640080"/>
          </a:xfrm>
          <a:prstGeom prst="rect">
            <a:avLst/>
          </a:prstGeom>
          <a:solidFill>
            <a:srgbClr val="FFD699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AMF-2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TAC=2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UEs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377440" y="3154680"/>
            <a:ext cx="548640" cy="457200"/>
          </a:xfrm>
          <a:prstGeom prst="rect">
            <a:avLst/>
          </a:prstGeom>
          <a:solidFill>
            <a:srgbClr val="FFE8CC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SMF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3108960" y="3154680"/>
            <a:ext cx="502920" cy="457200"/>
          </a:xfrm>
          <a:prstGeom prst="rect">
            <a:avLst/>
          </a:prstGeom>
          <a:solidFill>
            <a:srgbClr val="FFE8CC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UPF-1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3657600" y="3154680"/>
            <a:ext cx="502920" cy="457200"/>
          </a:xfrm>
          <a:prstGeom prst="rect">
            <a:avLst/>
          </a:prstGeom>
          <a:solidFill>
            <a:srgbClr val="FFE8CC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UPF-2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206240" y="3154680"/>
            <a:ext cx="502920" cy="457200"/>
          </a:xfrm>
          <a:prstGeom prst="rect">
            <a:avLst/>
          </a:prstGeom>
          <a:solidFill>
            <a:srgbClr val="FFE8CC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UPF-3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4754880" y="3154680"/>
            <a:ext cx="502920" cy="457200"/>
          </a:xfrm>
          <a:prstGeom prst="rect">
            <a:avLst/>
          </a:prstGeom>
          <a:solidFill>
            <a:srgbClr val="FFE8CC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UPF-4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31520" y="3840480"/>
            <a:ext cx="3200400" cy="274320"/>
          </a:xfrm>
          <a:prstGeom prst="rect">
            <a:avLst/>
          </a:prstGeom>
          <a:solidFill>
            <a:srgbClr val="FFF9F0"/>
          </a:solidFill>
          <a:ln w="6350">
            <a:solidFill>
              <a:srgbClr val="00000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NRF | AUSF | UDM | UDR | PCF | NSSF | BSF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029200" y="283464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31520" y="4251960"/>
            <a:ext cx="1463040" cy="502920"/>
          </a:xfrm>
          <a:prstGeom prst="rect">
            <a:avLst/>
          </a:prstGeom>
          <a:solidFill>
            <a:srgbClr val="E8F8E8"/>
          </a:solidFill>
          <a:ln w="9525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(kube-prometheus-stack)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2286000" y="434340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669280" y="1554480"/>
            <a:ext cx="2011680" cy="640080"/>
          </a:xfrm>
          <a:prstGeom prst="rect">
            <a:avLst/>
          </a:prstGeom>
          <a:solidFill>
            <a:srgbClr val="C8E8C8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772400" y="173736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0" y="2377440"/>
            <a:ext cx="1280160" cy="548640"/>
          </a:xfrm>
          <a:prstGeom prst="rect">
            <a:avLst/>
          </a:prstGeom>
          <a:solidFill>
            <a:srgbClr val="1B8B1B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7040880" y="246888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132320" y="2377440"/>
            <a:ext cx="1097280" cy="548640"/>
          </a:xfrm>
          <a:prstGeom prst="rect">
            <a:avLst/>
          </a:prstGeom>
          <a:solidFill>
            <a:srgbClr val="D13212"/>
          </a:solidFill>
          <a:ln w="12700">
            <a:solidFill>
              <a:srgbClr val="D132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Rule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(score &gt; 0.1)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72400" y="297180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669280" y="3200400"/>
            <a:ext cx="1280160" cy="502920"/>
          </a:xfrm>
          <a:prstGeom prst="rect">
            <a:avLst/>
          </a:prstGeom>
          <a:solidFill>
            <a:srgbClr val="F4E6FF"/>
          </a:solidFill>
          <a:ln w="9525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(Prometheus MCP)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0" y="3200400"/>
            <a:ext cx="914400" cy="502920"/>
          </a:xfrm>
          <a:prstGeom prst="rect">
            <a:avLst/>
          </a:prstGeom>
          <a:solidFill>
            <a:srgbClr val="F4E6FF"/>
          </a:solidFill>
          <a:ln w="9525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8046720" y="3200400"/>
            <a:ext cx="731520" cy="502920"/>
          </a:xfrm>
          <a:prstGeom prst="rect">
            <a:avLst/>
          </a:prstGeom>
          <a:solidFill>
            <a:srgbClr val="F4E6FF"/>
          </a:solidFill>
          <a:ln w="9525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8046720" y="374904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669280" y="3931920"/>
            <a:ext cx="1280160" cy="502920"/>
          </a:xfrm>
          <a:prstGeom prst="rect">
            <a:avLst/>
          </a:prstGeom>
          <a:solidFill>
            <a:srgbClr val="E8F4FD"/>
          </a:solidFill>
          <a:ln w="9525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7040880" y="3931920"/>
            <a:ext cx="1097280" cy="502920"/>
          </a:xfrm>
          <a:prstGeom prst="rect">
            <a:avLst/>
          </a:prstGeom>
          <a:solidFill>
            <a:srgbClr val="E8F4FD"/>
          </a:solidFill>
          <a:ln w="9525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Agent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(MCP Client)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8229600" y="402336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108960" y="4251960"/>
            <a:ext cx="1371600" cy="502920"/>
          </a:xfrm>
          <a:prstGeom prst="rect">
            <a:avLst/>
          </a:prstGeom>
          <a:solidFill>
            <a:srgbClr val="D13212"/>
          </a:solidFill>
          <a:ln w="9525">
            <a:solidFill>
              <a:srgbClr val="D132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Fault Injection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(Bad Config Push)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2194560" y="4480560"/>
            <a:ext cx="3931920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arrow"/>
          </a:ln>
        </p:spPr>
      </p:sp>
      <p:sp>
        <p:nvSpPr>
          <p:cNvPr id="63" name="Text 61"/>
          <p:cNvSpPr/>
          <p:nvPr/>
        </p:nvSpPr>
        <p:spPr>
          <a:xfrm>
            <a:off x="2834640" y="4206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remote_write (SigV4/IRSA)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274320" y="64922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 Amazon Confidential and Trademark.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2026-06-23T11:23:44Z</dcterms:created>
  <dcterms:modified xsi:type="dcterms:W3CDTF">2026-06-23T11:23:44Z</dcterms:modified>
</cp:coreProperties>
</file>