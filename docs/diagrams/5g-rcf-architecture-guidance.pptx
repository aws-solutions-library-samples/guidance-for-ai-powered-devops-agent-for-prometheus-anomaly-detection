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572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" y="731520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diagram shows how Amazon Managed Service for Prometheus detects 5G core anomalies and automatically triggers the AWS DevOps Agent to investigate and identify the failing network function.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user equipment), which emit registration and session metrics.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52560" y="99212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97383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52560" y="181965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180136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52560" y="264718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628900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52560" y="347472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456432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430225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8396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posts the incident. It does not investigate.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0" y="512978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11149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investigates autonomously: it queries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a Model Context Protocol server on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59573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593902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335024"/>
            <a:ext cx="8083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8912" y="1682496"/>
            <a:ext cx="7790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7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2029968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59536" y="2029968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5216" y="2395728"/>
            <a:ext cx="25420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216" y="2907792"/>
            <a:ext cx="25420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65760" y="2103120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Image 1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3200400" y="26700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611880" y="3218688"/>
            <a:ext cx="1783080" cy="530352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every 30s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pic>
        <p:nvPicPr>
          <p:cNvPr id="38" name="Image 2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263640" y="26700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trigger topic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41" name="Image 3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492240" y="422452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44" name="Image 4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931920"/>
            <a:ext cx="548640" cy="54864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74920" y="449884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13892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pic>
        <p:nvPicPr>
          <p:cNvPr id="47" name="Image 5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515100" y="5641848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pic>
        <p:nvPicPr>
          <p:cNvPr id="50" name="Image 6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02920" y="5641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291840" y="4892040"/>
            <a:ext cx="301752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3291840" y="49194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— on-demand metric queries</a:t>
            </a:r>
            <a:endParaRPr lang="en-US" sz="900" dirty="0"/>
          </a:p>
        </p:txBody>
      </p:sp>
      <p:pic>
        <p:nvPicPr>
          <p:cNvPr id="55" name="Image 7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1880" y="5138928"/>
            <a:ext cx="548640" cy="548640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33832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M2M OAuth2</a:t>
            </a:r>
            <a:endParaRPr lang="en-US" sz="900" dirty="0"/>
          </a:p>
        </p:txBody>
      </p:sp>
      <p:pic>
        <p:nvPicPr>
          <p:cNvPr id="57" name="Image 8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5138928"/>
            <a:ext cx="548640" cy="548640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4411980" y="570585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900" dirty="0"/>
          </a:p>
        </p:txBody>
      </p:sp>
      <p:pic>
        <p:nvPicPr>
          <p:cNvPr id="59" name="Image 9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138928"/>
            <a:ext cx="548640" cy="54864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54406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1060704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394960" y="2377440"/>
            <a:ext cx="12344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2697480"/>
            <a:ext cx="0" cy="96012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6035040" y="4206240"/>
            <a:ext cx="86868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261104"/>
            <a:ext cx="0" cy="81381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6309360" y="5440680"/>
            <a:ext cx="86868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2026-08-04T16:58:17Z</dcterms:created>
  <dcterms:modified xsi:type="dcterms:W3CDTF">2026-08-04T16:58:17Z</dcterms:modified>
</cp:coreProperties>
</file>