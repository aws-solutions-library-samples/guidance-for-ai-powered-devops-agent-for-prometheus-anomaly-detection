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7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91440"/>
            <a:ext cx="86410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" y="768096"/>
            <a:ext cx="8641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 applies Random Cut Forest anomaly detection to a live 5G core. When an anomaly fires, an AWS Lambda function forwards the alert to the AWS DevOps Agent, which autonomously investigates and identifies the failing network function.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9728" y="1188720"/>
            <a:ext cx="8613648" cy="0"/>
          </a:xfrm>
          <a:prstGeom prst="line">
            <a:avLst/>
          </a:prstGeom>
          <a:noFill/>
          <a:ln w="25400">
            <a:solidFill>
              <a:srgbClr val="545B6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3218688" cy="6858000"/>
          </a:xfrm>
          <a:prstGeom prst="rect">
            <a:avLst/>
          </a:prstGeom>
          <a:solidFill>
            <a:srgbClr val="EAEDED"/>
          </a:solidFill>
          <a:ln w="12700">
            <a:solidFill>
              <a:srgbClr val="EA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0" y="1645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00032" y="14630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Elastic Kubernetes Service (Amazon EKS)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hosts the open5gs 5G core and the UERANSIM radio access network (100 gNodeBs, 1,000 UEs), which emit registration and session metrics.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052560" y="99212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400032" y="97383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SigV4 signing and IAM Roles for Service Accounts.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052560" y="181965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400032" y="180136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runs a Random Cut Forest (RCF) anomaly detector on the registered-subscriber count, emitting an anomaly score every 30 seconds.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052560" y="264718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400032" y="2628900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Alertmanager publishes to an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Simple Notification Service (Amazon SNS)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topic.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9052560" y="3474720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400032" y="3456432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invokes the forwarder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052560" y="430225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400032" y="4283964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the DevOps Agent webhook URL and token from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posts the incident (it does not investigate).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9052560" y="512978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400032" y="5111496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posts the incident to the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runs the full autonomous investigation: it queries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(via a Model Context Protocol server on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 Gateway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secured by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inspects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pinpoint the failed network function.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52560" y="59573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400032" y="5939028"/>
            <a:ext cx="2706624" cy="790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</a:t>
            </a:r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540496" cy="5074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" y="1325880"/>
            <a:ext cx="8174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" y="1645920"/>
            <a:ext cx="8247888" cy="459028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00A4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640080" y="1673352"/>
            <a:ext cx="78821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" y="1993392"/>
            <a:ext cx="2761488" cy="27889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FF99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2020824"/>
            <a:ext cx="23957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· open5gs-amp-cluster</a:t>
            </a:r>
            <a:endParaRPr lang="en-US" sz="900" dirty="0"/>
          </a:p>
        </p:txBody>
      </p:sp>
      <p:pic>
        <p:nvPicPr>
          <p:cNvPr id="28" name="Image 0" descr="/Users/mdsherif/Library/CloudStorage/WorkDocsDrive-Documents/MyMac/06Tools/24-ai-devops-amp/docs/diagrams/icons/AmazonElasticKubernetes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020824"/>
            <a:ext cx="256032" cy="25603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585216" y="2359152"/>
            <a:ext cx="254203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gNodeBs · 1,000 UEs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5216" y="2889504"/>
            <a:ext cx="25420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545B6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5216" y="3621024"/>
            <a:ext cx="2542032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65760" y="2103120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pic>
        <p:nvPicPr>
          <p:cNvPr id="33" name="Image 1" descr="/Users/mdsherif/Library/CloudStorage/WorkDocsDrive-Documents/MyMac/06Tools/24-ai-devops-amp/docs/diagrams/icons/AmazonSageMa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074920"/>
            <a:ext cx="548640" cy="54864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502920" y="5632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86384" y="5102352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pic>
        <p:nvPicPr>
          <p:cNvPr id="36" name="Image 2" descr="/Users/mdsherif/Library/CloudStorage/WorkDocsDrive-Documents/MyMac/06Tools/24-ai-devops-amp/docs/diagrams/icons/AmazonManagedServiceforPrometheu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103120"/>
            <a:ext cx="548640" cy="5486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3383280" y="26609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Prometheus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3611880" y="3218688"/>
            <a:ext cx="1783080" cy="457200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30s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367588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4791456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pic>
        <p:nvPicPr>
          <p:cNvPr id="41" name="Image 3" descr="/Users/mdsherif/Library/CloudStorage/WorkDocsDrive-Documents/MyMac/06Tools/24-ai-devops-amp/docs/diagrams/icons/AWSSecretsMana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3931920"/>
            <a:ext cx="548640" cy="54864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3383280" y="4489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url + token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3675888" y="3877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3547872" y="5010912"/>
            <a:ext cx="2331720" cy="9601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3858768" y="5038344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(on-demand query)</a:t>
            </a:r>
            <a:endParaRPr lang="en-US" sz="900" dirty="0"/>
          </a:p>
        </p:txBody>
      </p:sp>
      <p:pic>
        <p:nvPicPr>
          <p:cNvPr id="46" name="Image 4" descr="/Users/mdsherif/Library/CloudStorage/WorkDocsDrive-Documents/MyMac/06Tools/24-ai-devops-amp/docs/diagrams/icons/AmazonCognit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7328" y="5285232"/>
            <a:ext cx="548640" cy="548640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3127248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700" dirty="0"/>
          </a:p>
        </p:txBody>
      </p:sp>
      <p:pic>
        <p:nvPicPr>
          <p:cNvPr id="48" name="Image 5" descr="/Users/mdsherif/Library/CloudStorage/WorkDocsDrive-Documents/MyMac/06Tools/24-ai-devops-amp/docs/diagrams/icons/AmazonAPIGatew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5285232"/>
            <a:ext cx="548640" cy="548640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3840480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700" dirty="0"/>
          </a:p>
        </p:txBody>
      </p:sp>
      <p:pic>
        <p:nvPicPr>
          <p:cNvPr id="50" name="Image 6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3792" y="5285232"/>
            <a:ext cx="548640" cy="54864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4553712" y="584301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</a:t>
            </a:r>
            <a:endParaRPr lang="en-US" sz="700" dirty="0"/>
          </a:p>
        </p:txBody>
      </p:sp>
      <p:pic>
        <p:nvPicPr>
          <p:cNvPr id="52" name="Image 7" descr="/Users/mdsherif/Library/CloudStorage/WorkDocsDrive-Documents/MyMac/06Tools/24-ai-devops-amp/docs/diagrams/icons/AmazonSimpleNotificationServi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2103120"/>
            <a:ext cx="548640" cy="548640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6263640" y="26609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RCA trigger topic</a:t>
            </a:r>
            <a:endParaRPr lang="en-US" sz="800" dirty="0"/>
          </a:p>
        </p:txBody>
      </p:sp>
      <p:sp>
        <p:nvSpPr>
          <p:cNvPr id="54" name="Text 44"/>
          <p:cNvSpPr/>
          <p:nvPr/>
        </p:nvSpPr>
        <p:spPr>
          <a:xfrm>
            <a:off x="6556248" y="20482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pic>
        <p:nvPicPr>
          <p:cNvPr id="55" name="Image 8" descr="/Users/mdsherif/Library/CloudStorage/WorkDocsDrive-Documents/MyMac/06Tools/24-ai-devops-amp/docs/diagrams/icons/AWSLamb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03720" y="3657600"/>
            <a:ext cx="548640" cy="548640"/>
          </a:xfrm>
          <a:prstGeom prst="rect">
            <a:avLst/>
          </a:prstGeom>
        </p:spPr>
      </p:pic>
      <p:sp>
        <p:nvSpPr>
          <p:cNvPr id="56" name="Text 45"/>
          <p:cNvSpPr/>
          <p:nvPr/>
        </p:nvSpPr>
        <p:spPr>
          <a:xfrm>
            <a:off x="6263640" y="421538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forwarder</a:t>
            </a:r>
            <a:endParaRPr lang="en-US" sz="800" dirty="0"/>
          </a:p>
        </p:txBody>
      </p:sp>
      <p:sp>
        <p:nvSpPr>
          <p:cNvPr id="57" name="Text 46"/>
          <p:cNvSpPr/>
          <p:nvPr/>
        </p:nvSpPr>
        <p:spPr>
          <a:xfrm>
            <a:off x="6556248" y="360273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pic>
        <p:nvPicPr>
          <p:cNvPr id="58" name="Image 9" descr="/Users/mdsherif/Library/CloudStorage/WorkDocsDrive-Documents/MyMac/06Tools/24-ai-devops-amp/docs/diagrams/icons/AWSDevOpsAg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03720" y="5074920"/>
            <a:ext cx="548640" cy="548640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6263640" y="5632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800" dirty="0"/>
          </a:p>
        </p:txBody>
      </p:sp>
      <p:sp>
        <p:nvSpPr>
          <p:cNvPr id="60" name="Text 48"/>
          <p:cNvSpPr/>
          <p:nvPr/>
        </p:nvSpPr>
        <p:spPr>
          <a:xfrm>
            <a:off x="6556248" y="5020056"/>
            <a:ext cx="237744" cy="237744"/>
          </a:xfrm>
          <a:prstGeom prst="ellipse">
            <a:avLst/>
          </a:prstGeom>
          <a:solidFill>
            <a:srgbClr val="232F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61" name="Shape 49"/>
          <p:cNvSpPr/>
          <p:nvPr/>
        </p:nvSpPr>
        <p:spPr>
          <a:xfrm>
            <a:off x="3236976" y="2377440"/>
            <a:ext cx="1060704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arrow"/>
          </a:ln>
        </p:spPr>
      </p:sp>
      <p:sp>
        <p:nvSpPr>
          <p:cNvPr id="62" name="Shape 50"/>
          <p:cNvSpPr/>
          <p:nvPr/>
        </p:nvSpPr>
        <p:spPr>
          <a:xfrm>
            <a:off x="5120640" y="2377440"/>
            <a:ext cx="1508760" cy="0"/>
          </a:xfrm>
          <a:prstGeom prst="line">
            <a:avLst/>
          </a:prstGeom>
          <a:noFill/>
          <a:ln w="15875">
            <a:solidFill>
              <a:srgbClr val="545B64"/>
            </a:solidFill>
            <a:prstDash val="solid"/>
            <a:tailEnd type="arrow"/>
          </a:ln>
        </p:spPr>
      </p:sp>
      <p:sp>
        <p:nvSpPr>
          <p:cNvPr id="63" name="Shape 51"/>
          <p:cNvSpPr/>
          <p:nvPr/>
        </p:nvSpPr>
        <p:spPr>
          <a:xfrm>
            <a:off x="7178040" y="2697480"/>
            <a:ext cx="0" cy="96012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arrow"/>
          </a:ln>
        </p:spPr>
      </p:sp>
      <p:sp>
        <p:nvSpPr>
          <p:cNvPr id="64" name="Shape 52"/>
          <p:cNvSpPr/>
          <p:nvPr/>
        </p:nvSpPr>
        <p:spPr>
          <a:xfrm>
            <a:off x="4846320" y="4206240"/>
            <a:ext cx="1783080" cy="0"/>
          </a:xfrm>
          <a:prstGeom prst="line">
            <a:avLst/>
          </a:prstGeom>
          <a:noFill/>
          <a:ln w="15875">
            <a:solidFill>
              <a:srgbClr val="D13212"/>
            </a:solidFill>
            <a:prstDash val="solid"/>
            <a:tailEnd type="arrow"/>
          </a:ln>
        </p:spPr>
      </p:sp>
      <p:sp>
        <p:nvSpPr>
          <p:cNvPr id="65" name="Shape 53"/>
          <p:cNvSpPr/>
          <p:nvPr/>
        </p:nvSpPr>
        <p:spPr>
          <a:xfrm>
            <a:off x="7178040" y="4261104"/>
            <a:ext cx="0" cy="813816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arrow"/>
          </a:ln>
        </p:spPr>
      </p:sp>
      <p:sp>
        <p:nvSpPr>
          <p:cNvPr id="66" name="Shape 54"/>
          <p:cNvSpPr/>
          <p:nvPr/>
        </p:nvSpPr>
        <p:spPr>
          <a:xfrm>
            <a:off x="5879592" y="5440680"/>
            <a:ext cx="1298448" cy="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headEnd type="arrow"/>
          </a:ln>
        </p:spPr>
      </p:sp>
      <p:sp>
        <p:nvSpPr>
          <p:cNvPr id="67" name="Text 55"/>
          <p:cNvSpPr/>
          <p:nvPr/>
        </p:nvSpPr>
        <p:spPr>
          <a:xfrm>
            <a:off x="109728" y="6620256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5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2026-08-04T16:24:43Z</dcterms:created>
  <dcterms:modified xsi:type="dcterms:W3CDTF">2026-08-04T16:24:43Z</dcterms:modified>
</cp:coreProperties>
</file>