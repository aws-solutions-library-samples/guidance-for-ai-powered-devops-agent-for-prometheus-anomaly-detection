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572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" y="731520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architecture diagram shows how Amazon Managed Service for Prometheus detects 5G core anomalies and automatically triggers the AWS DevOps Agent to investigate and identify the failing network function.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9728" y="1188720"/>
            <a:ext cx="8613648" cy="0"/>
          </a:xfrm>
          <a:prstGeom prst="line">
            <a:avLst/>
          </a:prstGeom>
          <a:noFill/>
          <a:ln w="25400">
            <a:solidFill>
              <a:srgbClr val="545B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user equipment), which emit registration and session metrics.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052560" y="119917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1180882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52560" y="2087445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2069157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52560" y="2975719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957431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052560" y="3717689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699401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4313355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95067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posts the incident. It does not investigate.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0" y="505532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037038"/>
            <a:ext cx="27066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investigates autonomously: it queries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through a Model Context Protocol server on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623620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6217920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1335024"/>
            <a:ext cx="8083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8912" y="1682496"/>
            <a:ext cx="7790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7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2029968"/>
            <a:ext cx="292608" cy="2926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59536" y="2029968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5216" y="2395728"/>
            <a:ext cx="25420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 — 100 gNodeBs · 1,000 UEs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85216" y="2907792"/>
            <a:ext cx="25420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65176" y="181051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pic>
        <p:nvPicPr>
          <p:cNvPr id="33" name="Image 1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3200400" y="26700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3611880" y="3218688"/>
            <a:ext cx="1783080" cy="530352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every 30s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pic>
        <p:nvPicPr>
          <p:cNvPr id="38" name="Image 2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263640" y="26700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trigger topic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pic>
        <p:nvPicPr>
          <p:cNvPr id="41" name="Image 3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492240" y="422452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pic>
        <p:nvPicPr>
          <p:cNvPr id="44" name="Image 4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931920"/>
            <a:ext cx="548640" cy="54864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74920" y="449884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13892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pic>
        <p:nvPicPr>
          <p:cNvPr id="47" name="Image 5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515100" y="5641848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pic>
        <p:nvPicPr>
          <p:cNvPr id="50" name="Image 6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502920" y="56418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3291840" y="4892040"/>
            <a:ext cx="301752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3291840" y="49194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— on-demand metric queries</a:t>
            </a:r>
            <a:endParaRPr lang="en-US" sz="900" dirty="0"/>
          </a:p>
        </p:txBody>
      </p:sp>
      <p:pic>
        <p:nvPicPr>
          <p:cNvPr id="55" name="Image 7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1880" y="5138928"/>
            <a:ext cx="548640" cy="548640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33832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M2M OAuth2</a:t>
            </a:r>
            <a:endParaRPr lang="en-US" sz="900" dirty="0"/>
          </a:p>
        </p:txBody>
      </p:sp>
      <p:pic>
        <p:nvPicPr>
          <p:cNvPr id="57" name="Image 8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5138928"/>
            <a:ext cx="548640" cy="548640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4411980" y="570585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900" dirty="0"/>
          </a:p>
        </p:txBody>
      </p:sp>
      <p:pic>
        <p:nvPicPr>
          <p:cNvPr id="59" name="Image 9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138928"/>
            <a:ext cx="548640" cy="54864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54406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71323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394960" y="2377440"/>
            <a:ext cx="12344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3054096"/>
            <a:ext cx="0" cy="60350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6035040" y="4206240"/>
            <a:ext cx="75895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608576"/>
            <a:ext cx="0" cy="46634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6309360" y="5440680"/>
            <a:ext cx="5486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2026-08-04T17:12:26Z</dcterms:created>
  <dcterms:modified xsi:type="dcterms:W3CDTF">2026-08-04T17:12:26Z</dcterms:modified>
</cp:coreProperties>
</file>